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693400" cy="7556500"/>
  <p:notesSz cx="6858000" cy="9144000"/>
  <p:embeddedFontLst>
    <p:embeddedFont>
      <p:font typeface="Arial Bold" charset="1" panose="020B0704020202020204"/>
      <p:regular r:id="rId7"/>
    </p:embeddedFont>
    <p:embeddedFont>
      <p:font typeface="Verdana Bold" charset="1" panose="020B0804030504040204"/>
      <p:regular r:id="rId8"/>
    </p:embeddedFont>
    <p:embeddedFont>
      <p:font typeface="Calibri (MS)" charset="1" panose="020F0502020204030204"/>
      <p:regular r:id="rId9"/>
    </p:embeddedFont>
    <p:embeddedFont>
      <p:font typeface="Verdana" charset="1" panose="020B0604030504040204"/>
      <p:regular r:id="rId10"/>
    </p:embeddedFont>
    <p:embeddedFont>
      <p:font typeface="Arial Italics" charset="1" panose="020B06040202020902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270299"/>
            <a:ext cx="10695642" cy="290589"/>
            <a:chOff x="0" y="0"/>
            <a:chExt cx="14260855" cy="387452"/>
          </a:xfrm>
        </p:grpSpPr>
        <p:sp>
          <p:nvSpPr>
            <p:cNvPr name="Freeform 3" id="3"/>
            <p:cNvSpPr/>
            <p:nvPr/>
          </p:nvSpPr>
          <p:spPr>
            <a:xfrm flipH="false" flipV="false" rot="0">
              <a:off x="0" y="0"/>
              <a:ext cx="14260830" cy="387477"/>
            </a:xfrm>
            <a:custGeom>
              <a:avLst/>
              <a:gdLst/>
              <a:ahLst/>
              <a:cxnLst/>
              <a:rect r="r" b="b" t="t" l="l"/>
              <a:pathLst>
                <a:path h="387477" w="14260830">
                  <a:moveTo>
                    <a:pt x="0" y="0"/>
                  </a:moveTo>
                  <a:lnTo>
                    <a:pt x="14260830" y="0"/>
                  </a:lnTo>
                  <a:lnTo>
                    <a:pt x="14260830" y="387477"/>
                  </a:lnTo>
                  <a:lnTo>
                    <a:pt x="0" y="387477"/>
                  </a:lnTo>
                  <a:close/>
                </a:path>
              </a:pathLst>
            </a:custGeom>
            <a:solidFill>
              <a:srgbClr val="33ABBF"/>
            </a:solidFill>
          </p:spPr>
        </p:sp>
      </p:grpSp>
      <p:grpSp>
        <p:nvGrpSpPr>
          <p:cNvPr name="Group 4" id="4"/>
          <p:cNvGrpSpPr/>
          <p:nvPr/>
        </p:nvGrpSpPr>
        <p:grpSpPr>
          <a:xfrm rot="0">
            <a:off x="0" y="-5172"/>
            <a:ext cx="10691155" cy="1025033"/>
            <a:chOff x="0" y="0"/>
            <a:chExt cx="14254874" cy="1366710"/>
          </a:xfrm>
        </p:grpSpPr>
        <p:sp>
          <p:nvSpPr>
            <p:cNvPr name="Freeform 5" id="5"/>
            <p:cNvSpPr/>
            <p:nvPr/>
          </p:nvSpPr>
          <p:spPr>
            <a:xfrm flipH="false" flipV="false" rot="0">
              <a:off x="0" y="0"/>
              <a:ext cx="14254849" cy="1366774"/>
            </a:xfrm>
            <a:custGeom>
              <a:avLst/>
              <a:gdLst/>
              <a:ahLst/>
              <a:cxnLst/>
              <a:rect r="r" b="b" t="t" l="l"/>
              <a:pathLst>
                <a:path h="1366774" w="14254849">
                  <a:moveTo>
                    <a:pt x="0" y="0"/>
                  </a:moveTo>
                  <a:lnTo>
                    <a:pt x="14254849" y="0"/>
                  </a:lnTo>
                  <a:lnTo>
                    <a:pt x="14254849" y="1366774"/>
                  </a:lnTo>
                  <a:lnTo>
                    <a:pt x="0" y="1366774"/>
                  </a:lnTo>
                  <a:lnTo>
                    <a:pt x="0" y="0"/>
                  </a:lnTo>
                  <a:close/>
                </a:path>
              </a:pathLst>
            </a:custGeom>
            <a:solidFill>
              <a:srgbClr val="B2E8F1"/>
            </a:solidFill>
          </p:spPr>
        </p:sp>
      </p:grpSp>
      <p:grpSp>
        <p:nvGrpSpPr>
          <p:cNvPr name="Group 6" id="6"/>
          <p:cNvGrpSpPr/>
          <p:nvPr/>
        </p:nvGrpSpPr>
        <p:grpSpPr>
          <a:xfrm rot="0">
            <a:off x="120863" y="-5172"/>
            <a:ext cx="6982663" cy="1005922"/>
            <a:chOff x="0" y="0"/>
            <a:chExt cx="9310218" cy="1341229"/>
          </a:xfrm>
        </p:grpSpPr>
        <p:sp>
          <p:nvSpPr>
            <p:cNvPr name="Freeform 7" id="7"/>
            <p:cNvSpPr/>
            <p:nvPr/>
          </p:nvSpPr>
          <p:spPr>
            <a:xfrm flipH="false" flipV="false" rot="0">
              <a:off x="0" y="0"/>
              <a:ext cx="9310216" cy="1341235"/>
            </a:xfrm>
            <a:custGeom>
              <a:avLst/>
              <a:gdLst/>
              <a:ahLst/>
              <a:cxnLst/>
              <a:rect r="r" b="b" t="t" l="l"/>
              <a:pathLst>
                <a:path h="1341235" w="9310216">
                  <a:moveTo>
                    <a:pt x="0" y="0"/>
                  </a:moveTo>
                  <a:lnTo>
                    <a:pt x="9310216" y="0"/>
                  </a:lnTo>
                  <a:lnTo>
                    <a:pt x="9310216" y="1341235"/>
                  </a:lnTo>
                  <a:lnTo>
                    <a:pt x="0" y="1341235"/>
                  </a:lnTo>
                  <a:close/>
                </a:path>
              </a:pathLst>
            </a:custGeom>
            <a:blipFill>
              <a:blip r:embed="rId2">
                <a:alphaModFix amt="0"/>
              </a:blip>
              <a:stretch>
                <a:fillRect l="0" t="-164497" r="-48048" b="-135990"/>
              </a:stretch>
            </a:blipFill>
          </p:spPr>
        </p:sp>
        <p:sp>
          <p:nvSpPr>
            <p:cNvPr name="TextBox 8" id="8"/>
            <p:cNvSpPr txBox="true"/>
            <p:nvPr/>
          </p:nvSpPr>
          <p:spPr>
            <a:xfrm>
              <a:off x="0" y="19050"/>
              <a:ext cx="9310218" cy="1322179"/>
            </a:xfrm>
            <a:prstGeom prst="rect">
              <a:avLst/>
            </a:prstGeom>
          </p:spPr>
          <p:txBody>
            <a:bodyPr anchor="b" rtlCol="false" tIns="0" lIns="0" bIns="0" rIns="0"/>
            <a:lstStyle/>
            <a:p>
              <a:pPr algn="l">
                <a:lnSpc>
                  <a:spcPts val="2289"/>
                </a:lnSpc>
              </a:pPr>
              <a:r>
                <a:rPr lang="en-US" sz="2120" b="true">
                  <a:solidFill>
                    <a:srgbClr val="000000"/>
                  </a:solidFill>
                  <a:latin typeface="Arial Bold"/>
                  <a:ea typeface="Arial Bold"/>
                  <a:cs typeface="Arial Bold"/>
                  <a:sym typeface="Arial Bold"/>
                </a:rPr>
                <a:t>POSTER TITLE WILL APPEAR HERE…POSTER TITLE WILL APPEAR HERE…POSTER TITLE WILL APPEAR HERE…</a:t>
              </a:r>
            </a:p>
          </p:txBody>
        </p:sp>
      </p:grpSp>
      <p:grpSp>
        <p:nvGrpSpPr>
          <p:cNvPr name="Group 9" id="9"/>
          <p:cNvGrpSpPr/>
          <p:nvPr/>
        </p:nvGrpSpPr>
        <p:grpSpPr>
          <a:xfrm rot="0">
            <a:off x="152700" y="1077011"/>
            <a:ext cx="2845803" cy="228400"/>
            <a:chOff x="0" y="0"/>
            <a:chExt cx="3794404" cy="304533"/>
          </a:xfrm>
        </p:grpSpPr>
        <p:sp>
          <p:nvSpPr>
            <p:cNvPr name="Freeform 10" id="10"/>
            <p:cNvSpPr/>
            <p:nvPr/>
          </p:nvSpPr>
          <p:spPr>
            <a:xfrm flipH="false" flipV="false" rot="0">
              <a:off x="0" y="0"/>
              <a:ext cx="3794379" cy="304546"/>
            </a:xfrm>
            <a:custGeom>
              <a:avLst/>
              <a:gdLst/>
              <a:ahLst/>
              <a:cxnLst/>
              <a:rect r="r" b="b" t="t" l="l"/>
              <a:pathLst>
                <a:path h="304546" w="3794379">
                  <a:moveTo>
                    <a:pt x="0" y="0"/>
                  </a:moveTo>
                  <a:lnTo>
                    <a:pt x="3794379" y="0"/>
                  </a:lnTo>
                  <a:lnTo>
                    <a:pt x="3794379" y="304546"/>
                  </a:lnTo>
                  <a:lnTo>
                    <a:pt x="0" y="304546"/>
                  </a:lnTo>
                  <a:close/>
                </a:path>
              </a:pathLst>
            </a:custGeom>
            <a:solidFill>
              <a:srgbClr val="D9D9D9"/>
            </a:solidFill>
          </p:spPr>
        </p:sp>
        <p:sp>
          <p:nvSpPr>
            <p:cNvPr name="TextBox 11" id="11"/>
            <p:cNvSpPr txBox="true"/>
            <p:nvPr/>
          </p:nvSpPr>
          <p:spPr>
            <a:xfrm>
              <a:off x="0" y="-9525"/>
              <a:ext cx="3794404" cy="314058"/>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ABSTRACT</a:t>
              </a:r>
            </a:p>
          </p:txBody>
        </p:sp>
      </p:grpSp>
      <p:sp>
        <p:nvSpPr>
          <p:cNvPr name="TextBox 12" id="12"/>
          <p:cNvSpPr txBox="true"/>
          <p:nvPr/>
        </p:nvSpPr>
        <p:spPr>
          <a:xfrm rot="0">
            <a:off x="120863" y="1381611"/>
            <a:ext cx="2791917" cy="2119074"/>
          </a:xfrm>
          <a:prstGeom prst="rect">
            <a:avLst/>
          </a:prstGeom>
        </p:spPr>
        <p:txBody>
          <a:bodyPr anchor="t" rtlCol="false" tIns="0" lIns="0" bIns="0" rIns="0">
            <a:spAutoFit/>
          </a:bodyPr>
          <a:lstStyle/>
          <a:p>
            <a:pPr algn="just">
              <a:lnSpc>
                <a:spcPts val="1404"/>
              </a:lnSpc>
            </a:pPr>
            <a:r>
              <a:rPr lang="en-US" sz="1170">
                <a:solidFill>
                  <a:srgbClr val="000000"/>
                </a:solidFill>
                <a:latin typeface="Calibri (MS)"/>
                <a:ea typeface="Calibri (MS)"/>
                <a:cs typeface="Calibri (MS)"/>
                <a:sym typeface="Calibri (MS)"/>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velLorem ipsum dolor sit amet, consectetuer adipiscing elit. Aenean commodo ligula eget dolor. Aenean massa. Cum sociis natoque penatibus et magnis dis parturient montes, nascetur ridiculus mus. </a:t>
            </a:r>
          </a:p>
        </p:txBody>
      </p:sp>
      <p:grpSp>
        <p:nvGrpSpPr>
          <p:cNvPr name="Group 13" id="13"/>
          <p:cNvGrpSpPr/>
          <p:nvPr/>
        </p:nvGrpSpPr>
        <p:grpSpPr>
          <a:xfrm rot="0">
            <a:off x="128902" y="3653085"/>
            <a:ext cx="2816495" cy="228400"/>
            <a:chOff x="0" y="0"/>
            <a:chExt cx="3755326" cy="304533"/>
          </a:xfrm>
        </p:grpSpPr>
        <p:sp>
          <p:nvSpPr>
            <p:cNvPr name="Freeform 14" id="14"/>
            <p:cNvSpPr/>
            <p:nvPr/>
          </p:nvSpPr>
          <p:spPr>
            <a:xfrm flipH="false" flipV="false" rot="0">
              <a:off x="0" y="0"/>
              <a:ext cx="3755390" cy="304546"/>
            </a:xfrm>
            <a:custGeom>
              <a:avLst/>
              <a:gdLst/>
              <a:ahLst/>
              <a:cxnLst/>
              <a:rect r="r" b="b" t="t" l="l"/>
              <a:pathLst>
                <a:path h="304546" w="3755390">
                  <a:moveTo>
                    <a:pt x="0" y="0"/>
                  </a:moveTo>
                  <a:lnTo>
                    <a:pt x="3755390" y="0"/>
                  </a:lnTo>
                  <a:lnTo>
                    <a:pt x="3755390" y="304546"/>
                  </a:lnTo>
                  <a:lnTo>
                    <a:pt x="0" y="304546"/>
                  </a:lnTo>
                  <a:close/>
                </a:path>
              </a:pathLst>
            </a:custGeom>
            <a:solidFill>
              <a:srgbClr val="D9D9D9"/>
            </a:solidFill>
          </p:spPr>
        </p:sp>
        <p:sp>
          <p:nvSpPr>
            <p:cNvPr name="TextBox 15" id="15"/>
            <p:cNvSpPr txBox="true"/>
            <p:nvPr/>
          </p:nvSpPr>
          <p:spPr>
            <a:xfrm>
              <a:off x="0" y="-9525"/>
              <a:ext cx="3755326" cy="314058"/>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METHODOLOGY</a:t>
              </a:r>
            </a:p>
          </p:txBody>
        </p:sp>
      </p:grpSp>
      <p:sp>
        <p:nvSpPr>
          <p:cNvPr name="TextBox 16" id="16"/>
          <p:cNvSpPr txBox="true"/>
          <p:nvPr/>
        </p:nvSpPr>
        <p:spPr>
          <a:xfrm rot="0">
            <a:off x="3349257" y="1457711"/>
            <a:ext cx="4625721" cy="1226676"/>
          </a:xfrm>
          <a:prstGeom prst="rect">
            <a:avLst/>
          </a:prstGeom>
        </p:spPr>
        <p:txBody>
          <a:bodyPr anchor="t" rtlCol="false" tIns="0" lIns="0" bIns="0" rIns="0">
            <a:spAutoFit/>
          </a:bodyPr>
          <a:lstStyle/>
          <a:p>
            <a:pPr algn="just">
              <a:lnSpc>
                <a:spcPts val="1413"/>
              </a:lnSpc>
            </a:pPr>
            <a:r>
              <a:rPr lang="en-US" sz="1177">
                <a:solidFill>
                  <a:srgbClr val="000000"/>
                </a:solidFill>
                <a:latin typeface="Calibri (MS)"/>
                <a:ea typeface="Calibri (MS)"/>
                <a:cs typeface="Calibri (MS)"/>
                <a:sym typeface="Calibri (MS)"/>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quam felis, ultricies nec, pellentesque eu, pretium quis, sem. Nulla consequat massa quis enim. </a:t>
            </a:r>
          </a:p>
        </p:txBody>
      </p:sp>
      <p:grpSp>
        <p:nvGrpSpPr>
          <p:cNvPr name="Group 17" id="17"/>
          <p:cNvGrpSpPr/>
          <p:nvPr/>
        </p:nvGrpSpPr>
        <p:grpSpPr>
          <a:xfrm rot="0">
            <a:off x="3370240" y="1086436"/>
            <a:ext cx="4623483" cy="228400"/>
            <a:chOff x="0" y="0"/>
            <a:chExt cx="6164644" cy="304533"/>
          </a:xfrm>
        </p:grpSpPr>
        <p:sp>
          <p:nvSpPr>
            <p:cNvPr name="Freeform 18" id="18"/>
            <p:cNvSpPr/>
            <p:nvPr/>
          </p:nvSpPr>
          <p:spPr>
            <a:xfrm flipH="false" flipV="false" rot="0">
              <a:off x="0" y="0"/>
              <a:ext cx="6164580" cy="304546"/>
            </a:xfrm>
            <a:custGeom>
              <a:avLst/>
              <a:gdLst/>
              <a:ahLst/>
              <a:cxnLst/>
              <a:rect r="r" b="b" t="t" l="l"/>
              <a:pathLst>
                <a:path h="304546" w="6164580">
                  <a:moveTo>
                    <a:pt x="0" y="0"/>
                  </a:moveTo>
                  <a:lnTo>
                    <a:pt x="6164580" y="0"/>
                  </a:lnTo>
                  <a:lnTo>
                    <a:pt x="6164580" y="304546"/>
                  </a:lnTo>
                  <a:lnTo>
                    <a:pt x="0" y="304546"/>
                  </a:lnTo>
                  <a:close/>
                </a:path>
              </a:pathLst>
            </a:custGeom>
            <a:solidFill>
              <a:srgbClr val="D9D9D9"/>
            </a:solidFill>
          </p:spPr>
        </p:sp>
        <p:sp>
          <p:nvSpPr>
            <p:cNvPr name="TextBox 19" id="19"/>
            <p:cNvSpPr txBox="true"/>
            <p:nvPr/>
          </p:nvSpPr>
          <p:spPr>
            <a:xfrm>
              <a:off x="0" y="-9525"/>
              <a:ext cx="6164644" cy="314058"/>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RESULTS</a:t>
              </a:r>
            </a:p>
          </p:txBody>
        </p:sp>
      </p:grpSp>
      <p:grpSp>
        <p:nvGrpSpPr>
          <p:cNvPr name="Group 20" id="20"/>
          <p:cNvGrpSpPr/>
          <p:nvPr/>
        </p:nvGrpSpPr>
        <p:grpSpPr>
          <a:xfrm rot="0">
            <a:off x="8239382" y="1102752"/>
            <a:ext cx="2212981" cy="424167"/>
            <a:chOff x="0" y="0"/>
            <a:chExt cx="2950642" cy="565556"/>
          </a:xfrm>
        </p:grpSpPr>
        <p:sp>
          <p:nvSpPr>
            <p:cNvPr name="Freeform 21" id="21"/>
            <p:cNvSpPr/>
            <p:nvPr/>
          </p:nvSpPr>
          <p:spPr>
            <a:xfrm flipH="false" flipV="false" rot="0">
              <a:off x="0" y="0"/>
              <a:ext cx="2950591" cy="565531"/>
            </a:xfrm>
            <a:custGeom>
              <a:avLst/>
              <a:gdLst/>
              <a:ahLst/>
              <a:cxnLst/>
              <a:rect r="r" b="b" t="t" l="l"/>
              <a:pathLst>
                <a:path h="565531" w="2950591">
                  <a:moveTo>
                    <a:pt x="0" y="0"/>
                  </a:moveTo>
                  <a:lnTo>
                    <a:pt x="2950591" y="0"/>
                  </a:lnTo>
                  <a:lnTo>
                    <a:pt x="2950591" y="565531"/>
                  </a:lnTo>
                  <a:lnTo>
                    <a:pt x="0" y="565531"/>
                  </a:lnTo>
                  <a:close/>
                </a:path>
              </a:pathLst>
            </a:custGeom>
            <a:solidFill>
              <a:srgbClr val="D9D9D9"/>
            </a:solidFill>
          </p:spPr>
        </p:sp>
        <p:sp>
          <p:nvSpPr>
            <p:cNvPr name="Freeform 22" id="22"/>
            <p:cNvSpPr/>
            <p:nvPr/>
          </p:nvSpPr>
          <p:spPr>
            <a:xfrm flipH="false" flipV="false" rot="0">
              <a:off x="-1524" y="-1524"/>
              <a:ext cx="2953639" cy="568579"/>
            </a:xfrm>
            <a:custGeom>
              <a:avLst/>
              <a:gdLst/>
              <a:ahLst/>
              <a:cxnLst/>
              <a:rect r="r" b="b" t="t" l="l"/>
              <a:pathLst>
                <a:path h="568579" w="2953639">
                  <a:moveTo>
                    <a:pt x="1524" y="0"/>
                  </a:moveTo>
                  <a:lnTo>
                    <a:pt x="2952115" y="0"/>
                  </a:lnTo>
                  <a:cubicBezTo>
                    <a:pt x="2953004" y="0"/>
                    <a:pt x="2953639" y="762"/>
                    <a:pt x="2953639" y="1524"/>
                  </a:cubicBezTo>
                  <a:lnTo>
                    <a:pt x="2953639" y="567055"/>
                  </a:lnTo>
                  <a:cubicBezTo>
                    <a:pt x="2953639" y="567944"/>
                    <a:pt x="2952877" y="568579"/>
                    <a:pt x="2952115" y="568579"/>
                  </a:cubicBezTo>
                  <a:lnTo>
                    <a:pt x="1524" y="568579"/>
                  </a:lnTo>
                  <a:cubicBezTo>
                    <a:pt x="635" y="568579"/>
                    <a:pt x="0" y="567817"/>
                    <a:pt x="0" y="567055"/>
                  </a:cubicBezTo>
                  <a:lnTo>
                    <a:pt x="0" y="1524"/>
                  </a:lnTo>
                  <a:cubicBezTo>
                    <a:pt x="0" y="635"/>
                    <a:pt x="762" y="0"/>
                    <a:pt x="1524" y="0"/>
                  </a:cubicBezTo>
                  <a:moveTo>
                    <a:pt x="1524" y="3048"/>
                  </a:moveTo>
                  <a:lnTo>
                    <a:pt x="1524" y="1524"/>
                  </a:lnTo>
                  <a:lnTo>
                    <a:pt x="3048" y="1524"/>
                  </a:lnTo>
                  <a:lnTo>
                    <a:pt x="3048" y="567055"/>
                  </a:lnTo>
                  <a:lnTo>
                    <a:pt x="1524" y="567055"/>
                  </a:lnTo>
                  <a:lnTo>
                    <a:pt x="1524" y="565531"/>
                  </a:lnTo>
                  <a:lnTo>
                    <a:pt x="2952115" y="565531"/>
                  </a:lnTo>
                  <a:lnTo>
                    <a:pt x="2952115" y="567055"/>
                  </a:lnTo>
                  <a:lnTo>
                    <a:pt x="2950591" y="567055"/>
                  </a:lnTo>
                  <a:lnTo>
                    <a:pt x="2950591" y="1524"/>
                  </a:lnTo>
                  <a:lnTo>
                    <a:pt x="2952115" y="1524"/>
                  </a:lnTo>
                  <a:lnTo>
                    <a:pt x="2952115" y="3048"/>
                  </a:lnTo>
                  <a:lnTo>
                    <a:pt x="1524" y="3048"/>
                  </a:lnTo>
                  <a:close/>
                </a:path>
              </a:pathLst>
            </a:custGeom>
            <a:solidFill>
              <a:srgbClr val="D9D9D9"/>
            </a:solidFill>
          </p:spPr>
        </p:sp>
        <p:sp>
          <p:nvSpPr>
            <p:cNvPr name="TextBox 23" id="23"/>
            <p:cNvSpPr txBox="true"/>
            <p:nvPr/>
          </p:nvSpPr>
          <p:spPr>
            <a:xfrm>
              <a:off x="0" y="-9525"/>
              <a:ext cx="2950642" cy="575081"/>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CONCLUSION FUTURE WORKS </a:t>
              </a:r>
            </a:p>
          </p:txBody>
        </p:sp>
      </p:grpSp>
      <p:sp>
        <p:nvSpPr>
          <p:cNvPr name="TextBox 24" id="24"/>
          <p:cNvSpPr txBox="true"/>
          <p:nvPr/>
        </p:nvSpPr>
        <p:spPr>
          <a:xfrm rot="0">
            <a:off x="131912" y="4005310"/>
            <a:ext cx="2780868" cy="1228725"/>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 Cum sociis natoqued penatibus et magnis dis parturient montes, nascetur ridiculus mus. Donec quam felis, ultricies nec, pellentesque eu, pretium quis, sem. Nulla consequat</a:t>
            </a:r>
          </a:p>
        </p:txBody>
      </p:sp>
      <p:sp>
        <p:nvSpPr>
          <p:cNvPr name="TextBox 25" id="25"/>
          <p:cNvSpPr txBox="true"/>
          <p:nvPr/>
        </p:nvSpPr>
        <p:spPr>
          <a:xfrm rot="0">
            <a:off x="8278225" y="3624510"/>
            <a:ext cx="2057209" cy="665826"/>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a:t>
            </a:r>
          </a:p>
        </p:txBody>
      </p:sp>
      <p:sp>
        <p:nvSpPr>
          <p:cNvPr name="TextBox 26" id="26"/>
          <p:cNvSpPr txBox="true"/>
          <p:nvPr/>
        </p:nvSpPr>
        <p:spPr>
          <a:xfrm rot="0">
            <a:off x="8260728" y="4948185"/>
            <a:ext cx="2069144" cy="1013860"/>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 Cum sociis natoque penatibus et magnis dis parturient montes, nascetur ridiculus mus. Donec quam</a:t>
            </a:r>
          </a:p>
        </p:txBody>
      </p:sp>
      <p:grpSp>
        <p:nvGrpSpPr>
          <p:cNvPr name="Group 27" id="27"/>
          <p:cNvGrpSpPr/>
          <p:nvPr/>
        </p:nvGrpSpPr>
        <p:grpSpPr>
          <a:xfrm rot="0">
            <a:off x="3347018" y="2837812"/>
            <a:ext cx="2262778" cy="1537183"/>
            <a:chOff x="0" y="0"/>
            <a:chExt cx="3017037" cy="2049577"/>
          </a:xfrm>
        </p:grpSpPr>
        <p:sp>
          <p:nvSpPr>
            <p:cNvPr name="Freeform 28" id="28"/>
            <p:cNvSpPr/>
            <p:nvPr/>
          </p:nvSpPr>
          <p:spPr>
            <a:xfrm flipH="false" flipV="false" rot="0">
              <a:off x="3048" y="5167"/>
              <a:ext cx="3011043" cy="2039393"/>
            </a:xfrm>
            <a:custGeom>
              <a:avLst/>
              <a:gdLst/>
              <a:ahLst/>
              <a:cxnLst/>
              <a:rect r="r" b="b" t="t" l="l"/>
              <a:pathLst>
                <a:path h="2039393" w="3011043">
                  <a:moveTo>
                    <a:pt x="0" y="0"/>
                  </a:moveTo>
                  <a:lnTo>
                    <a:pt x="3011043" y="0"/>
                  </a:lnTo>
                  <a:lnTo>
                    <a:pt x="3011043" y="2039393"/>
                  </a:lnTo>
                  <a:lnTo>
                    <a:pt x="0" y="2039393"/>
                  </a:lnTo>
                  <a:close/>
                </a:path>
              </a:pathLst>
            </a:custGeom>
            <a:solidFill>
              <a:srgbClr val="FFFFFF"/>
            </a:solidFill>
          </p:spPr>
        </p:sp>
        <p:sp>
          <p:nvSpPr>
            <p:cNvPr name="Freeform 29" id="29"/>
            <p:cNvSpPr/>
            <p:nvPr/>
          </p:nvSpPr>
          <p:spPr>
            <a:xfrm flipH="false" flipV="false" rot="0">
              <a:off x="0" y="0"/>
              <a:ext cx="3017139" cy="2049666"/>
            </a:xfrm>
            <a:custGeom>
              <a:avLst/>
              <a:gdLst/>
              <a:ahLst/>
              <a:cxnLst/>
              <a:rect r="r" b="b" t="t" l="l"/>
              <a:pathLst>
                <a:path h="2049666" w="3017139">
                  <a:moveTo>
                    <a:pt x="3048" y="0"/>
                  </a:moveTo>
                  <a:lnTo>
                    <a:pt x="3014091" y="0"/>
                  </a:lnTo>
                  <a:cubicBezTo>
                    <a:pt x="3015742" y="0"/>
                    <a:pt x="3017139" y="2368"/>
                    <a:pt x="3017139" y="5167"/>
                  </a:cubicBezTo>
                  <a:lnTo>
                    <a:pt x="3017139" y="2044560"/>
                  </a:lnTo>
                  <a:cubicBezTo>
                    <a:pt x="3017139" y="2047359"/>
                    <a:pt x="3015742" y="2049666"/>
                    <a:pt x="3014091" y="2049666"/>
                  </a:cubicBezTo>
                  <a:lnTo>
                    <a:pt x="3048" y="2049666"/>
                  </a:lnTo>
                  <a:cubicBezTo>
                    <a:pt x="1397" y="2049666"/>
                    <a:pt x="0" y="2047359"/>
                    <a:pt x="0" y="2044560"/>
                  </a:cubicBezTo>
                  <a:lnTo>
                    <a:pt x="0" y="5167"/>
                  </a:lnTo>
                  <a:cubicBezTo>
                    <a:pt x="0" y="2368"/>
                    <a:pt x="1397" y="0"/>
                    <a:pt x="3048" y="0"/>
                  </a:cubicBezTo>
                  <a:moveTo>
                    <a:pt x="3048" y="10119"/>
                  </a:moveTo>
                  <a:lnTo>
                    <a:pt x="3048" y="5167"/>
                  </a:lnTo>
                  <a:lnTo>
                    <a:pt x="5969" y="5167"/>
                  </a:lnTo>
                  <a:lnTo>
                    <a:pt x="5969" y="2044560"/>
                  </a:lnTo>
                  <a:lnTo>
                    <a:pt x="3048" y="2044560"/>
                  </a:lnTo>
                  <a:lnTo>
                    <a:pt x="3048" y="2039393"/>
                  </a:lnTo>
                  <a:lnTo>
                    <a:pt x="3014091" y="2039393"/>
                  </a:lnTo>
                  <a:lnTo>
                    <a:pt x="3014091" y="2044560"/>
                  </a:lnTo>
                  <a:lnTo>
                    <a:pt x="3011043" y="2044560"/>
                  </a:lnTo>
                  <a:lnTo>
                    <a:pt x="3011043" y="5167"/>
                  </a:lnTo>
                  <a:lnTo>
                    <a:pt x="3014091" y="5167"/>
                  </a:lnTo>
                  <a:lnTo>
                    <a:pt x="3014091" y="10119"/>
                  </a:lnTo>
                  <a:lnTo>
                    <a:pt x="3048" y="10119"/>
                  </a:lnTo>
                  <a:close/>
                </a:path>
              </a:pathLst>
            </a:custGeom>
            <a:solidFill>
              <a:srgbClr val="5B9BD5"/>
            </a:solidFill>
          </p:spPr>
        </p:sp>
        <p:sp>
          <p:nvSpPr>
            <p:cNvPr name="TextBox 30" id="30"/>
            <p:cNvSpPr txBox="true"/>
            <p:nvPr/>
          </p:nvSpPr>
          <p:spPr>
            <a:xfrm>
              <a:off x="0" y="-9525"/>
              <a:ext cx="3017037" cy="2059102"/>
            </a:xfrm>
            <a:prstGeom prst="rect">
              <a:avLst/>
            </a:prstGeom>
          </p:spPr>
          <p:txBody>
            <a:bodyPr anchor="ctr" rtlCol="false" tIns="50800" lIns="50800" bIns="50800" rIns="50800"/>
            <a:lstStyle/>
            <a:p>
              <a:pPr algn="ctr">
                <a:lnSpc>
                  <a:spcPts val="1526"/>
                </a:lnSpc>
              </a:pPr>
              <a:r>
                <a:rPr lang="en-US" sz="1272">
                  <a:solidFill>
                    <a:srgbClr val="808080"/>
                  </a:solidFill>
                  <a:latin typeface="Verdana"/>
                  <a:ea typeface="Verdana"/>
                  <a:cs typeface="Verdana"/>
                  <a:sym typeface="Verdana"/>
                </a:rPr>
                <a:t>Image if any</a:t>
              </a:r>
            </a:p>
          </p:txBody>
        </p:sp>
      </p:grpSp>
      <p:grpSp>
        <p:nvGrpSpPr>
          <p:cNvPr name="Group 31" id="31"/>
          <p:cNvGrpSpPr/>
          <p:nvPr/>
        </p:nvGrpSpPr>
        <p:grpSpPr>
          <a:xfrm rot="0">
            <a:off x="3357420" y="4508344"/>
            <a:ext cx="2252377" cy="2667248"/>
            <a:chOff x="0" y="0"/>
            <a:chExt cx="3003169" cy="3556330"/>
          </a:xfrm>
        </p:grpSpPr>
        <p:sp>
          <p:nvSpPr>
            <p:cNvPr name="Freeform 32" id="32"/>
            <p:cNvSpPr/>
            <p:nvPr/>
          </p:nvSpPr>
          <p:spPr>
            <a:xfrm flipH="false" flipV="false" rot="0">
              <a:off x="0" y="0"/>
              <a:ext cx="3003169" cy="3556381"/>
            </a:xfrm>
            <a:custGeom>
              <a:avLst/>
              <a:gdLst/>
              <a:ahLst/>
              <a:cxnLst/>
              <a:rect r="r" b="b" t="t" l="l"/>
              <a:pathLst>
                <a:path h="3556381" w="3003169">
                  <a:moveTo>
                    <a:pt x="0" y="0"/>
                  </a:moveTo>
                  <a:lnTo>
                    <a:pt x="3003169" y="0"/>
                  </a:lnTo>
                  <a:lnTo>
                    <a:pt x="3003169" y="3556381"/>
                  </a:lnTo>
                  <a:lnTo>
                    <a:pt x="0" y="3556381"/>
                  </a:lnTo>
                </a:path>
              </a:pathLst>
            </a:custGeom>
            <a:solidFill>
              <a:srgbClr val="B2E8F1"/>
            </a:solidFill>
          </p:spPr>
        </p:sp>
        <p:sp>
          <p:nvSpPr>
            <p:cNvPr name="TextBox 33" id="33"/>
            <p:cNvSpPr txBox="true"/>
            <p:nvPr/>
          </p:nvSpPr>
          <p:spPr>
            <a:xfrm>
              <a:off x="0" y="-19050"/>
              <a:ext cx="3003169" cy="3575380"/>
            </a:xfrm>
            <a:prstGeom prst="rect">
              <a:avLst/>
            </a:prstGeom>
          </p:spPr>
          <p:txBody>
            <a:bodyPr anchor="ctr" rtlCol="false" tIns="50800" lIns="50800" bIns="50800" rIns="50800"/>
            <a:lstStyle/>
            <a:p>
              <a:pPr algn="ctr">
                <a:lnSpc>
                  <a:spcPts val="763"/>
                </a:lnSpc>
              </a:pPr>
              <a:r>
                <a:rPr lang="en-US" sz="636">
                  <a:solidFill>
                    <a:srgbClr val="FFFFFF"/>
                  </a:solidFill>
                  <a:latin typeface="Calibri (MS)"/>
                  <a:ea typeface="Calibri (MS)"/>
                  <a:cs typeface="Calibri (MS)"/>
                  <a:sym typeface="Calibri (MS)"/>
                </a:rPr>
                <a:t>`</a:t>
              </a:r>
            </a:p>
          </p:txBody>
        </p:sp>
      </p:grpSp>
      <p:sp>
        <p:nvSpPr>
          <p:cNvPr name="TextBox 34" id="34"/>
          <p:cNvSpPr txBox="true"/>
          <p:nvPr/>
        </p:nvSpPr>
        <p:spPr>
          <a:xfrm rot="0">
            <a:off x="3556730" y="4660325"/>
            <a:ext cx="690715" cy="146485"/>
          </a:xfrm>
          <a:prstGeom prst="rect">
            <a:avLst/>
          </a:prstGeom>
        </p:spPr>
        <p:txBody>
          <a:bodyPr anchor="t" rtlCol="false" tIns="0" lIns="0" bIns="0" rIns="0">
            <a:spAutoFit/>
          </a:bodyPr>
          <a:lstStyle/>
          <a:p>
            <a:pPr algn="l">
              <a:lnSpc>
                <a:spcPts val="1526"/>
              </a:lnSpc>
            </a:pPr>
            <a:r>
              <a:rPr lang="en-US" b="true" sz="1272">
                <a:solidFill>
                  <a:srgbClr val="000000"/>
                </a:solidFill>
                <a:latin typeface="Verdana Bold"/>
                <a:ea typeface="Verdana Bold"/>
                <a:cs typeface="Verdana Bold"/>
                <a:sym typeface="Verdana Bold"/>
              </a:rPr>
              <a:t>Heading </a:t>
            </a:r>
          </a:p>
        </p:txBody>
      </p:sp>
      <p:sp>
        <p:nvSpPr>
          <p:cNvPr name="TextBox 35" id="35"/>
          <p:cNvSpPr txBox="true"/>
          <p:nvPr/>
        </p:nvSpPr>
        <p:spPr>
          <a:xfrm rot="0">
            <a:off x="3538014" y="4914109"/>
            <a:ext cx="1799501" cy="839838"/>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 Cum sociis natoqued</a:t>
            </a:r>
          </a:p>
        </p:txBody>
      </p:sp>
      <p:grpSp>
        <p:nvGrpSpPr>
          <p:cNvPr name="Group 36" id="36"/>
          <p:cNvGrpSpPr/>
          <p:nvPr/>
        </p:nvGrpSpPr>
        <p:grpSpPr>
          <a:xfrm rot="0">
            <a:off x="3472844" y="5873353"/>
            <a:ext cx="2038560" cy="1198102"/>
            <a:chOff x="0" y="0"/>
            <a:chExt cx="2718079" cy="1597470"/>
          </a:xfrm>
        </p:grpSpPr>
        <p:sp>
          <p:nvSpPr>
            <p:cNvPr name="Freeform 37" id="37"/>
            <p:cNvSpPr/>
            <p:nvPr/>
          </p:nvSpPr>
          <p:spPr>
            <a:xfrm flipH="false" flipV="false" rot="0">
              <a:off x="0" y="0"/>
              <a:ext cx="2718054" cy="1597406"/>
            </a:xfrm>
            <a:custGeom>
              <a:avLst/>
              <a:gdLst/>
              <a:ahLst/>
              <a:cxnLst/>
              <a:rect r="r" b="b" t="t" l="l"/>
              <a:pathLst>
                <a:path h="1597406" w="2718054">
                  <a:moveTo>
                    <a:pt x="0" y="0"/>
                  </a:moveTo>
                  <a:lnTo>
                    <a:pt x="2718054" y="0"/>
                  </a:lnTo>
                  <a:lnTo>
                    <a:pt x="2718054" y="1597406"/>
                  </a:lnTo>
                  <a:lnTo>
                    <a:pt x="0" y="1597406"/>
                  </a:lnTo>
                  <a:close/>
                </a:path>
              </a:pathLst>
            </a:custGeom>
            <a:solidFill>
              <a:srgbClr val="FFFFFF"/>
            </a:solidFill>
          </p:spPr>
        </p:sp>
        <p:sp>
          <p:nvSpPr>
            <p:cNvPr name="TextBox 38" id="38"/>
            <p:cNvSpPr txBox="true"/>
            <p:nvPr/>
          </p:nvSpPr>
          <p:spPr>
            <a:xfrm>
              <a:off x="0" y="-9525"/>
              <a:ext cx="2718079" cy="1606995"/>
            </a:xfrm>
            <a:prstGeom prst="rect">
              <a:avLst/>
            </a:prstGeom>
          </p:spPr>
          <p:txBody>
            <a:bodyPr anchor="ctr" rtlCol="false" tIns="50800" lIns="50800" bIns="50800" rIns="50800"/>
            <a:lstStyle/>
            <a:p>
              <a:pPr algn="ctr">
                <a:lnSpc>
                  <a:spcPts val="1526"/>
                </a:lnSpc>
              </a:pPr>
              <a:r>
                <a:rPr lang="en-US" sz="1272">
                  <a:solidFill>
                    <a:srgbClr val="808080"/>
                  </a:solidFill>
                  <a:latin typeface="Verdana"/>
                  <a:ea typeface="Verdana"/>
                  <a:cs typeface="Verdana"/>
                  <a:sym typeface="Verdana"/>
                </a:rPr>
                <a:t>Image if any</a:t>
              </a:r>
            </a:p>
          </p:txBody>
        </p:sp>
      </p:grpSp>
      <p:grpSp>
        <p:nvGrpSpPr>
          <p:cNvPr name="Group 39" id="39"/>
          <p:cNvGrpSpPr/>
          <p:nvPr/>
        </p:nvGrpSpPr>
        <p:grpSpPr>
          <a:xfrm rot="0">
            <a:off x="5691711" y="4508344"/>
            <a:ext cx="2283266" cy="2667248"/>
            <a:chOff x="0" y="0"/>
            <a:chExt cx="3044355" cy="3556330"/>
          </a:xfrm>
        </p:grpSpPr>
        <p:sp>
          <p:nvSpPr>
            <p:cNvPr name="Freeform 40" id="40"/>
            <p:cNvSpPr/>
            <p:nvPr/>
          </p:nvSpPr>
          <p:spPr>
            <a:xfrm flipH="false" flipV="false" rot="0">
              <a:off x="0" y="0"/>
              <a:ext cx="3044317" cy="3556381"/>
            </a:xfrm>
            <a:custGeom>
              <a:avLst/>
              <a:gdLst/>
              <a:ahLst/>
              <a:cxnLst/>
              <a:rect r="r" b="b" t="t" l="l"/>
              <a:pathLst>
                <a:path h="3556381" w="3044317">
                  <a:moveTo>
                    <a:pt x="0" y="0"/>
                  </a:moveTo>
                  <a:lnTo>
                    <a:pt x="3044317" y="0"/>
                  </a:lnTo>
                  <a:lnTo>
                    <a:pt x="3044317" y="3556381"/>
                  </a:lnTo>
                  <a:lnTo>
                    <a:pt x="0" y="3556381"/>
                  </a:lnTo>
                </a:path>
              </a:pathLst>
            </a:custGeom>
            <a:solidFill>
              <a:srgbClr val="B2E8F1"/>
            </a:solidFill>
          </p:spPr>
        </p:sp>
      </p:grpSp>
      <p:sp>
        <p:nvSpPr>
          <p:cNvPr name="TextBox 41" id="41"/>
          <p:cNvSpPr txBox="true"/>
          <p:nvPr/>
        </p:nvSpPr>
        <p:spPr>
          <a:xfrm rot="0">
            <a:off x="5899890" y="4684719"/>
            <a:ext cx="690715" cy="146485"/>
          </a:xfrm>
          <a:prstGeom prst="rect">
            <a:avLst/>
          </a:prstGeom>
        </p:spPr>
        <p:txBody>
          <a:bodyPr anchor="t" rtlCol="false" tIns="0" lIns="0" bIns="0" rIns="0">
            <a:spAutoFit/>
          </a:bodyPr>
          <a:lstStyle/>
          <a:p>
            <a:pPr algn="l">
              <a:lnSpc>
                <a:spcPts val="1526"/>
              </a:lnSpc>
            </a:pPr>
            <a:r>
              <a:rPr lang="en-US" b="true" sz="1272">
                <a:solidFill>
                  <a:srgbClr val="000000"/>
                </a:solidFill>
                <a:latin typeface="Verdana Bold"/>
                <a:ea typeface="Verdana Bold"/>
                <a:cs typeface="Verdana Bold"/>
                <a:sym typeface="Verdana Bold"/>
              </a:rPr>
              <a:t>Heading </a:t>
            </a:r>
          </a:p>
        </p:txBody>
      </p:sp>
      <p:sp>
        <p:nvSpPr>
          <p:cNvPr name="TextBox 42" id="42"/>
          <p:cNvSpPr txBox="true"/>
          <p:nvPr/>
        </p:nvSpPr>
        <p:spPr>
          <a:xfrm rot="0">
            <a:off x="5893270" y="4914109"/>
            <a:ext cx="1792557" cy="839838"/>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 Cum sociis natoqued</a:t>
            </a:r>
          </a:p>
        </p:txBody>
      </p:sp>
      <p:grpSp>
        <p:nvGrpSpPr>
          <p:cNvPr name="Group 43" id="43"/>
          <p:cNvGrpSpPr/>
          <p:nvPr/>
        </p:nvGrpSpPr>
        <p:grpSpPr>
          <a:xfrm rot="0">
            <a:off x="152700" y="5309587"/>
            <a:ext cx="2768898" cy="1866005"/>
            <a:chOff x="0" y="0"/>
            <a:chExt cx="3691865" cy="2488006"/>
          </a:xfrm>
        </p:grpSpPr>
        <p:sp>
          <p:nvSpPr>
            <p:cNvPr name="Freeform 44" id="44"/>
            <p:cNvSpPr/>
            <p:nvPr/>
          </p:nvSpPr>
          <p:spPr>
            <a:xfrm flipH="false" flipV="false" rot="0">
              <a:off x="3048" y="5044"/>
              <a:ext cx="3685794" cy="2478002"/>
            </a:xfrm>
            <a:custGeom>
              <a:avLst/>
              <a:gdLst/>
              <a:ahLst/>
              <a:cxnLst/>
              <a:rect r="r" b="b" t="t" l="l"/>
              <a:pathLst>
                <a:path h="2478002" w="3685794">
                  <a:moveTo>
                    <a:pt x="0" y="0"/>
                  </a:moveTo>
                  <a:lnTo>
                    <a:pt x="3685794" y="0"/>
                  </a:lnTo>
                  <a:lnTo>
                    <a:pt x="3685794" y="2478002"/>
                  </a:lnTo>
                  <a:lnTo>
                    <a:pt x="0" y="2478002"/>
                  </a:lnTo>
                  <a:close/>
                </a:path>
              </a:pathLst>
            </a:custGeom>
            <a:solidFill>
              <a:srgbClr val="FFFFFF"/>
            </a:solidFill>
          </p:spPr>
        </p:sp>
        <p:sp>
          <p:nvSpPr>
            <p:cNvPr name="Freeform 45" id="45"/>
            <p:cNvSpPr/>
            <p:nvPr/>
          </p:nvSpPr>
          <p:spPr>
            <a:xfrm flipH="false" flipV="false" rot="0">
              <a:off x="0" y="0"/>
              <a:ext cx="3691890" cy="2488057"/>
            </a:xfrm>
            <a:custGeom>
              <a:avLst/>
              <a:gdLst/>
              <a:ahLst/>
              <a:cxnLst/>
              <a:rect r="r" b="b" t="t" l="l"/>
              <a:pathLst>
                <a:path h="2488057" w="3691890">
                  <a:moveTo>
                    <a:pt x="3048" y="0"/>
                  </a:moveTo>
                  <a:lnTo>
                    <a:pt x="3688842" y="0"/>
                  </a:lnTo>
                  <a:cubicBezTo>
                    <a:pt x="3690493" y="0"/>
                    <a:pt x="3691890" y="2312"/>
                    <a:pt x="3691890" y="5044"/>
                  </a:cubicBezTo>
                  <a:lnTo>
                    <a:pt x="3691890" y="2483046"/>
                  </a:lnTo>
                  <a:cubicBezTo>
                    <a:pt x="3691890" y="2485778"/>
                    <a:pt x="3690493" y="2488057"/>
                    <a:pt x="3688842" y="2488057"/>
                  </a:cubicBezTo>
                  <a:lnTo>
                    <a:pt x="3048" y="2488057"/>
                  </a:lnTo>
                  <a:cubicBezTo>
                    <a:pt x="1397" y="2488057"/>
                    <a:pt x="0" y="2485778"/>
                    <a:pt x="0" y="2483046"/>
                  </a:cubicBezTo>
                  <a:lnTo>
                    <a:pt x="0" y="5044"/>
                  </a:lnTo>
                  <a:cubicBezTo>
                    <a:pt x="0" y="2312"/>
                    <a:pt x="1397" y="0"/>
                    <a:pt x="3048" y="0"/>
                  </a:cubicBezTo>
                  <a:moveTo>
                    <a:pt x="3048" y="9878"/>
                  </a:moveTo>
                  <a:lnTo>
                    <a:pt x="3048" y="5044"/>
                  </a:lnTo>
                  <a:lnTo>
                    <a:pt x="5969" y="5044"/>
                  </a:lnTo>
                  <a:lnTo>
                    <a:pt x="5969" y="2483046"/>
                  </a:lnTo>
                  <a:lnTo>
                    <a:pt x="3048" y="2483046"/>
                  </a:lnTo>
                  <a:lnTo>
                    <a:pt x="3048" y="2478002"/>
                  </a:lnTo>
                  <a:lnTo>
                    <a:pt x="3688842" y="2478002"/>
                  </a:lnTo>
                  <a:lnTo>
                    <a:pt x="3688842" y="2483046"/>
                  </a:lnTo>
                  <a:lnTo>
                    <a:pt x="3685794" y="2483046"/>
                  </a:lnTo>
                  <a:lnTo>
                    <a:pt x="3685794" y="5044"/>
                  </a:lnTo>
                  <a:lnTo>
                    <a:pt x="3688842" y="5044"/>
                  </a:lnTo>
                  <a:lnTo>
                    <a:pt x="3688842" y="9878"/>
                  </a:lnTo>
                  <a:lnTo>
                    <a:pt x="3048" y="9878"/>
                  </a:lnTo>
                  <a:close/>
                </a:path>
              </a:pathLst>
            </a:custGeom>
            <a:solidFill>
              <a:srgbClr val="5B9BD5"/>
            </a:solidFill>
          </p:spPr>
        </p:sp>
        <p:sp>
          <p:nvSpPr>
            <p:cNvPr name="TextBox 46" id="46"/>
            <p:cNvSpPr txBox="true"/>
            <p:nvPr/>
          </p:nvSpPr>
          <p:spPr>
            <a:xfrm>
              <a:off x="0" y="-9525"/>
              <a:ext cx="3691865" cy="2497531"/>
            </a:xfrm>
            <a:prstGeom prst="rect">
              <a:avLst/>
            </a:prstGeom>
          </p:spPr>
          <p:txBody>
            <a:bodyPr anchor="ctr" rtlCol="false" tIns="50800" lIns="50800" bIns="50800" rIns="50800"/>
            <a:lstStyle/>
            <a:p>
              <a:pPr algn="ctr">
                <a:lnSpc>
                  <a:spcPts val="1526"/>
                </a:lnSpc>
              </a:pPr>
              <a:r>
                <a:rPr lang="en-US" sz="1272">
                  <a:solidFill>
                    <a:srgbClr val="808080"/>
                  </a:solidFill>
                  <a:latin typeface="Verdana"/>
                  <a:ea typeface="Verdana"/>
                  <a:cs typeface="Verdana"/>
                  <a:sym typeface="Verdana"/>
                </a:rPr>
                <a:t>Image if any</a:t>
              </a:r>
            </a:p>
          </p:txBody>
        </p:sp>
      </p:grpSp>
      <p:grpSp>
        <p:nvGrpSpPr>
          <p:cNvPr name="Group 47" id="47"/>
          <p:cNvGrpSpPr/>
          <p:nvPr/>
        </p:nvGrpSpPr>
        <p:grpSpPr>
          <a:xfrm rot="0">
            <a:off x="8200339" y="3267342"/>
            <a:ext cx="2212981" cy="333992"/>
            <a:chOff x="0" y="0"/>
            <a:chExt cx="2950642" cy="445322"/>
          </a:xfrm>
        </p:grpSpPr>
        <p:sp>
          <p:nvSpPr>
            <p:cNvPr name="Freeform 48" id="48"/>
            <p:cNvSpPr/>
            <p:nvPr/>
          </p:nvSpPr>
          <p:spPr>
            <a:xfrm flipH="false" flipV="false" rot="0">
              <a:off x="0" y="0"/>
              <a:ext cx="2950591" cy="445335"/>
            </a:xfrm>
            <a:custGeom>
              <a:avLst/>
              <a:gdLst/>
              <a:ahLst/>
              <a:cxnLst/>
              <a:rect r="r" b="b" t="t" l="l"/>
              <a:pathLst>
                <a:path h="445335" w="2950591">
                  <a:moveTo>
                    <a:pt x="0" y="0"/>
                  </a:moveTo>
                  <a:lnTo>
                    <a:pt x="2950591" y="0"/>
                  </a:lnTo>
                  <a:lnTo>
                    <a:pt x="2950591" y="445335"/>
                  </a:lnTo>
                  <a:lnTo>
                    <a:pt x="0" y="445335"/>
                  </a:lnTo>
                  <a:close/>
                </a:path>
              </a:pathLst>
            </a:custGeom>
            <a:solidFill>
              <a:srgbClr val="D9D9D9"/>
            </a:solidFill>
          </p:spPr>
        </p:sp>
        <p:sp>
          <p:nvSpPr>
            <p:cNvPr name="Freeform 49" id="49"/>
            <p:cNvSpPr/>
            <p:nvPr/>
          </p:nvSpPr>
          <p:spPr>
            <a:xfrm flipH="false" flipV="false" rot="0">
              <a:off x="-1524" y="-1524"/>
              <a:ext cx="2953639" cy="448383"/>
            </a:xfrm>
            <a:custGeom>
              <a:avLst/>
              <a:gdLst/>
              <a:ahLst/>
              <a:cxnLst/>
              <a:rect r="r" b="b" t="t" l="l"/>
              <a:pathLst>
                <a:path h="448383" w="2953639">
                  <a:moveTo>
                    <a:pt x="1524" y="0"/>
                  </a:moveTo>
                  <a:lnTo>
                    <a:pt x="2952115" y="0"/>
                  </a:lnTo>
                  <a:cubicBezTo>
                    <a:pt x="2953004" y="0"/>
                    <a:pt x="2953639" y="762"/>
                    <a:pt x="2953639" y="1524"/>
                  </a:cubicBezTo>
                  <a:lnTo>
                    <a:pt x="2953639" y="446859"/>
                  </a:lnTo>
                  <a:cubicBezTo>
                    <a:pt x="2953639" y="447748"/>
                    <a:pt x="2952877" y="448383"/>
                    <a:pt x="2952115" y="448383"/>
                  </a:cubicBezTo>
                  <a:lnTo>
                    <a:pt x="1524" y="448383"/>
                  </a:lnTo>
                  <a:cubicBezTo>
                    <a:pt x="635" y="448383"/>
                    <a:pt x="0" y="447621"/>
                    <a:pt x="0" y="446859"/>
                  </a:cubicBezTo>
                  <a:lnTo>
                    <a:pt x="0" y="1524"/>
                  </a:lnTo>
                  <a:cubicBezTo>
                    <a:pt x="0" y="635"/>
                    <a:pt x="762" y="0"/>
                    <a:pt x="1524" y="0"/>
                  </a:cubicBezTo>
                  <a:moveTo>
                    <a:pt x="1524" y="3753"/>
                  </a:moveTo>
                  <a:lnTo>
                    <a:pt x="1524" y="1524"/>
                  </a:lnTo>
                  <a:lnTo>
                    <a:pt x="3048" y="1524"/>
                  </a:lnTo>
                  <a:lnTo>
                    <a:pt x="3048" y="446859"/>
                  </a:lnTo>
                  <a:lnTo>
                    <a:pt x="1524" y="446859"/>
                  </a:lnTo>
                  <a:lnTo>
                    <a:pt x="1524" y="444636"/>
                  </a:lnTo>
                  <a:lnTo>
                    <a:pt x="2952115" y="444636"/>
                  </a:lnTo>
                  <a:lnTo>
                    <a:pt x="2952115" y="446859"/>
                  </a:lnTo>
                  <a:lnTo>
                    <a:pt x="2950591" y="446859"/>
                  </a:lnTo>
                  <a:lnTo>
                    <a:pt x="2950591" y="1524"/>
                  </a:lnTo>
                  <a:lnTo>
                    <a:pt x="2952115" y="1524"/>
                  </a:lnTo>
                  <a:lnTo>
                    <a:pt x="2952115" y="3753"/>
                  </a:lnTo>
                  <a:lnTo>
                    <a:pt x="1524" y="3753"/>
                  </a:lnTo>
                  <a:close/>
                </a:path>
              </a:pathLst>
            </a:custGeom>
            <a:solidFill>
              <a:srgbClr val="D9D9D9"/>
            </a:solidFill>
          </p:spPr>
        </p:sp>
        <p:sp>
          <p:nvSpPr>
            <p:cNvPr name="TextBox 50" id="50"/>
            <p:cNvSpPr txBox="true"/>
            <p:nvPr/>
          </p:nvSpPr>
          <p:spPr>
            <a:xfrm>
              <a:off x="0" y="-9525"/>
              <a:ext cx="2950642" cy="454847"/>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ACKNOWLEDGMENT </a:t>
              </a:r>
            </a:p>
          </p:txBody>
        </p:sp>
      </p:grpSp>
      <p:grpSp>
        <p:nvGrpSpPr>
          <p:cNvPr name="Group 51" id="51"/>
          <p:cNvGrpSpPr/>
          <p:nvPr/>
        </p:nvGrpSpPr>
        <p:grpSpPr>
          <a:xfrm rot="0">
            <a:off x="8239382" y="4519760"/>
            <a:ext cx="2212981" cy="228400"/>
            <a:chOff x="0" y="0"/>
            <a:chExt cx="2950642" cy="304533"/>
          </a:xfrm>
        </p:grpSpPr>
        <p:sp>
          <p:nvSpPr>
            <p:cNvPr name="Freeform 52" id="52"/>
            <p:cNvSpPr/>
            <p:nvPr/>
          </p:nvSpPr>
          <p:spPr>
            <a:xfrm flipH="false" flipV="false" rot="0">
              <a:off x="0" y="0"/>
              <a:ext cx="2950591" cy="304546"/>
            </a:xfrm>
            <a:custGeom>
              <a:avLst/>
              <a:gdLst/>
              <a:ahLst/>
              <a:cxnLst/>
              <a:rect r="r" b="b" t="t" l="l"/>
              <a:pathLst>
                <a:path h="304546" w="2950591">
                  <a:moveTo>
                    <a:pt x="0" y="0"/>
                  </a:moveTo>
                  <a:lnTo>
                    <a:pt x="2950591" y="0"/>
                  </a:lnTo>
                  <a:lnTo>
                    <a:pt x="2950591" y="304546"/>
                  </a:lnTo>
                  <a:lnTo>
                    <a:pt x="0" y="304546"/>
                  </a:lnTo>
                  <a:close/>
                </a:path>
              </a:pathLst>
            </a:custGeom>
            <a:solidFill>
              <a:srgbClr val="D9D9D9"/>
            </a:solidFill>
          </p:spPr>
        </p:sp>
        <p:sp>
          <p:nvSpPr>
            <p:cNvPr name="Freeform 53" id="53"/>
            <p:cNvSpPr/>
            <p:nvPr/>
          </p:nvSpPr>
          <p:spPr>
            <a:xfrm flipH="false" flipV="false" rot="0">
              <a:off x="-1524" y="-1524"/>
              <a:ext cx="2953639" cy="307594"/>
            </a:xfrm>
            <a:custGeom>
              <a:avLst/>
              <a:gdLst/>
              <a:ahLst/>
              <a:cxnLst/>
              <a:rect r="r" b="b" t="t" l="l"/>
              <a:pathLst>
                <a:path h="307594" w="2953639">
                  <a:moveTo>
                    <a:pt x="1524" y="0"/>
                  </a:moveTo>
                  <a:lnTo>
                    <a:pt x="2952115" y="0"/>
                  </a:lnTo>
                  <a:cubicBezTo>
                    <a:pt x="2953004" y="0"/>
                    <a:pt x="2953639" y="762"/>
                    <a:pt x="2953639" y="1524"/>
                  </a:cubicBezTo>
                  <a:lnTo>
                    <a:pt x="2953639" y="306070"/>
                  </a:lnTo>
                  <a:cubicBezTo>
                    <a:pt x="2953639" y="306959"/>
                    <a:pt x="2952877" y="307594"/>
                    <a:pt x="2952115" y="307594"/>
                  </a:cubicBezTo>
                  <a:lnTo>
                    <a:pt x="1524" y="307594"/>
                  </a:lnTo>
                  <a:cubicBezTo>
                    <a:pt x="635" y="307594"/>
                    <a:pt x="0" y="306832"/>
                    <a:pt x="0" y="306070"/>
                  </a:cubicBezTo>
                  <a:lnTo>
                    <a:pt x="0" y="1524"/>
                  </a:lnTo>
                  <a:cubicBezTo>
                    <a:pt x="0" y="635"/>
                    <a:pt x="762" y="0"/>
                    <a:pt x="1524" y="0"/>
                  </a:cubicBezTo>
                  <a:moveTo>
                    <a:pt x="1524" y="3048"/>
                  </a:moveTo>
                  <a:lnTo>
                    <a:pt x="1524" y="1524"/>
                  </a:lnTo>
                  <a:lnTo>
                    <a:pt x="3048" y="1524"/>
                  </a:lnTo>
                  <a:lnTo>
                    <a:pt x="3048" y="306070"/>
                  </a:lnTo>
                  <a:lnTo>
                    <a:pt x="1524" y="306070"/>
                  </a:lnTo>
                  <a:lnTo>
                    <a:pt x="1524" y="304546"/>
                  </a:lnTo>
                  <a:lnTo>
                    <a:pt x="2952115" y="304546"/>
                  </a:lnTo>
                  <a:lnTo>
                    <a:pt x="2952115" y="306070"/>
                  </a:lnTo>
                  <a:lnTo>
                    <a:pt x="2950591" y="306070"/>
                  </a:lnTo>
                  <a:lnTo>
                    <a:pt x="2950591" y="1524"/>
                  </a:lnTo>
                  <a:lnTo>
                    <a:pt x="2952115" y="1524"/>
                  </a:lnTo>
                  <a:lnTo>
                    <a:pt x="2952115" y="3048"/>
                  </a:lnTo>
                  <a:lnTo>
                    <a:pt x="1524" y="3048"/>
                  </a:lnTo>
                  <a:close/>
                </a:path>
              </a:pathLst>
            </a:custGeom>
            <a:solidFill>
              <a:srgbClr val="D9D9D9"/>
            </a:solidFill>
          </p:spPr>
        </p:sp>
        <p:sp>
          <p:nvSpPr>
            <p:cNvPr name="TextBox 54" id="54"/>
            <p:cNvSpPr txBox="true"/>
            <p:nvPr/>
          </p:nvSpPr>
          <p:spPr>
            <a:xfrm>
              <a:off x="0" y="-9525"/>
              <a:ext cx="2950642" cy="314058"/>
            </a:xfrm>
            <a:prstGeom prst="rect">
              <a:avLst/>
            </a:prstGeom>
          </p:spPr>
          <p:txBody>
            <a:bodyPr anchor="t" rtlCol="false" tIns="50800" lIns="50800" bIns="50800" rIns="50800"/>
            <a:lstStyle/>
            <a:p>
              <a:pPr algn="l">
                <a:lnSpc>
                  <a:spcPts val="1526"/>
                </a:lnSpc>
              </a:pPr>
              <a:r>
                <a:rPr lang="en-US" sz="1272" b="true">
                  <a:solidFill>
                    <a:srgbClr val="000000"/>
                  </a:solidFill>
                  <a:latin typeface="Verdana Bold"/>
                  <a:ea typeface="Verdana Bold"/>
                  <a:cs typeface="Verdana Bold"/>
                  <a:sym typeface="Verdana Bold"/>
                </a:rPr>
                <a:t>REFERENCES </a:t>
              </a:r>
            </a:p>
          </p:txBody>
        </p:sp>
      </p:grpSp>
      <p:sp>
        <p:nvSpPr>
          <p:cNvPr name="TextBox 55" id="55"/>
          <p:cNvSpPr txBox="true"/>
          <p:nvPr/>
        </p:nvSpPr>
        <p:spPr>
          <a:xfrm rot="0">
            <a:off x="8200339" y="1755619"/>
            <a:ext cx="1991963" cy="1187872"/>
          </a:xfrm>
          <a:prstGeom prst="rect">
            <a:avLst/>
          </a:prstGeom>
        </p:spPr>
        <p:txBody>
          <a:bodyPr anchor="t" rtlCol="false" tIns="0" lIns="0" bIns="0" rIns="0">
            <a:spAutoFit/>
          </a:bodyPr>
          <a:lstStyle/>
          <a:p>
            <a:pPr algn="just">
              <a:lnSpc>
                <a:spcPts val="1356"/>
              </a:lnSpc>
            </a:pPr>
            <a:r>
              <a:rPr lang="en-US" sz="1130">
                <a:solidFill>
                  <a:srgbClr val="000000"/>
                </a:solidFill>
                <a:latin typeface="Calibri (MS)"/>
                <a:ea typeface="Calibri (MS)"/>
                <a:cs typeface="Calibri (MS)"/>
                <a:sym typeface="Calibri (MS)"/>
              </a:rPr>
              <a:t>Lorem ipsum dolor sit amet, consectetuer adipiscing elit. Aenean commodo ligula eget dolor. Aenean massa….. Lorem ipsum dolor sit amet, consectetuer adipiscing elit. Aenean commodo ligula eget dolor. Aenean massa…..</a:t>
            </a:r>
          </a:p>
        </p:txBody>
      </p:sp>
      <p:grpSp>
        <p:nvGrpSpPr>
          <p:cNvPr name="Group 56" id="56"/>
          <p:cNvGrpSpPr/>
          <p:nvPr/>
        </p:nvGrpSpPr>
        <p:grpSpPr>
          <a:xfrm rot="0">
            <a:off x="5691711" y="2808622"/>
            <a:ext cx="2302012" cy="1585422"/>
            <a:chOff x="0" y="0"/>
            <a:chExt cx="3069349" cy="2113896"/>
          </a:xfrm>
        </p:grpSpPr>
        <p:sp>
          <p:nvSpPr>
            <p:cNvPr name="Freeform 57" id="57"/>
            <p:cNvSpPr/>
            <p:nvPr/>
          </p:nvSpPr>
          <p:spPr>
            <a:xfrm flipH="false" flipV="false" rot="0">
              <a:off x="3048" y="5330"/>
              <a:ext cx="3063367" cy="2103392"/>
            </a:xfrm>
            <a:custGeom>
              <a:avLst/>
              <a:gdLst/>
              <a:ahLst/>
              <a:cxnLst/>
              <a:rect r="r" b="b" t="t" l="l"/>
              <a:pathLst>
                <a:path h="2103392" w="3063367">
                  <a:moveTo>
                    <a:pt x="0" y="0"/>
                  </a:moveTo>
                  <a:lnTo>
                    <a:pt x="3063367" y="0"/>
                  </a:lnTo>
                  <a:lnTo>
                    <a:pt x="3063367" y="2103392"/>
                  </a:lnTo>
                  <a:lnTo>
                    <a:pt x="0" y="2103392"/>
                  </a:lnTo>
                  <a:close/>
                </a:path>
              </a:pathLst>
            </a:custGeom>
            <a:solidFill>
              <a:srgbClr val="FFFFFF"/>
            </a:solidFill>
          </p:spPr>
        </p:sp>
        <p:sp>
          <p:nvSpPr>
            <p:cNvPr name="Freeform 58" id="58"/>
            <p:cNvSpPr/>
            <p:nvPr/>
          </p:nvSpPr>
          <p:spPr>
            <a:xfrm flipH="false" flipV="false" rot="0">
              <a:off x="0" y="0"/>
              <a:ext cx="3069463" cy="2113985"/>
            </a:xfrm>
            <a:custGeom>
              <a:avLst/>
              <a:gdLst/>
              <a:ahLst/>
              <a:cxnLst/>
              <a:rect r="r" b="b" t="t" l="l"/>
              <a:pathLst>
                <a:path h="2113985" w="3069463">
                  <a:moveTo>
                    <a:pt x="3048" y="0"/>
                  </a:moveTo>
                  <a:lnTo>
                    <a:pt x="3066415" y="0"/>
                  </a:lnTo>
                  <a:cubicBezTo>
                    <a:pt x="3068066" y="0"/>
                    <a:pt x="3069463" y="2443"/>
                    <a:pt x="3069463" y="5330"/>
                  </a:cubicBezTo>
                  <a:lnTo>
                    <a:pt x="3069463" y="2108722"/>
                  </a:lnTo>
                  <a:cubicBezTo>
                    <a:pt x="3069463" y="2111609"/>
                    <a:pt x="3068066" y="2113985"/>
                    <a:pt x="3066415" y="2113985"/>
                  </a:cubicBezTo>
                  <a:lnTo>
                    <a:pt x="3048" y="2113985"/>
                  </a:lnTo>
                  <a:cubicBezTo>
                    <a:pt x="1397" y="2113985"/>
                    <a:pt x="0" y="2111609"/>
                    <a:pt x="0" y="2108722"/>
                  </a:cubicBezTo>
                  <a:lnTo>
                    <a:pt x="0" y="5330"/>
                  </a:lnTo>
                  <a:cubicBezTo>
                    <a:pt x="0" y="2443"/>
                    <a:pt x="1397" y="0"/>
                    <a:pt x="3048" y="0"/>
                  </a:cubicBezTo>
                  <a:moveTo>
                    <a:pt x="3048" y="10437"/>
                  </a:moveTo>
                  <a:lnTo>
                    <a:pt x="3048" y="5330"/>
                  </a:lnTo>
                  <a:lnTo>
                    <a:pt x="5969" y="5330"/>
                  </a:lnTo>
                  <a:lnTo>
                    <a:pt x="5969" y="2108722"/>
                  </a:lnTo>
                  <a:lnTo>
                    <a:pt x="3048" y="2108722"/>
                  </a:lnTo>
                  <a:lnTo>
                    <a:pt x="3048" y="2103392"/>
                  </a:lnTo>
                  <a:lnTo>
                    <a:pt x="3066415" y="2103392"/>
                  </a:lnTo>
                  <a:lnTo>
                    <a:pt x="3066415" y="2108722"/>
                  </a:lnTo>
                  <a:lnTo>
                    <a:pt x="3063367" y="2108722"/>
                  </a:lnTo>
                  <a:lnTo>
                    <a:pt x="3063367" y="5330"/>
                  </a:lnTo>
                  <a:lnTo>
                    <a:pt x="3066415" y="5330"/>
                  </a:lnTo>
                  <a:lnTo>
                    <a:pt x="3066415" y="10437"/>
                  </a:lnTo>
                  <a:lnTo>
                    <a:pt x="3048" y="10437"/>
                  </a:lnTo>
                  <a:close/>
                </a:path>
              </a:pathLst>
            </a:custGeom>
            <a:solidFill>
              <a:srgbClr val="5B9BD5"/>
            </a:solidFill>
          </p:spPr>
        </p:sp>
        <p:sp>
          <p:nvSpPr>
            <p:cNvPr name="TextBox 59" id="59"/>
            <p:cNvSpPr txBox="true"/>
            <p:nvPr/>
          </p:nvSpPr>
          <p:spPr>
            <a:xfrm>
              <a:off x="0" y="-9525"/>
              <a:ext cx="3069349" cy="2123421"/>
            </a:xfrm>
            <a:prstGeom prst="rect">
              <a:avLst/>
            </a:prstGeom>
          </p:spPr>
          <p:txBody>
            <a:bodyPr anchor="ctr" rtlCol="false" tIns="50800" lIns="50800" bIns="50800" rIns="50800"/>
            <a:lstStyle/>
            <a:p>
              <a:pPr algn="ctr">
                <a:lnSpc>
                  <a:spcPts val="1526"/>
                </a:lnSpc>
              </a:pPr>
              <a:r>
                <a:rPr lang="en-US" sz="1272">
                  <a:solidFill>
                    <a:srgbClr val="808080"/>
                  </a:solidFill>
                  <a:latin typeface="Verdana"/>
                  <a:ea typeface="Verdana"/>
                  <a:cs typeface="Verdana"/>
                  <a:sym typeface="Verdana"/>
                </a:rPr>
                <a:t>Image if any</a:t>
              </a:r>
            </a:p>
          </p:txBody>
        </p:sp>
      </p:grpSp>
      <p:grpSp>
        <p:nvGrpSpPr>
          <p:cNvPr name="Group 60" id="60"/>
          <p:cNvGrpSpPr/>
          <p:nvPr/>
        </p:nvGrpSpPr>
        <p:grpSpPr>
          <a:xfrm rot="0">
            <a:off x="5782313" y="5913606"/>
            <a:ext cx="2095243" cy="1157849"/>
            <a:chOff x="0" y="0"/>
            <a:chExt cx="2793657" cy="1543799"/>
          </a:xfrm>
        </p:grpSpPr>
        <p:sp>
          <p:nvSpPr>
            <p:cNvPr name="Freeform 61" id="61"/>
            <p:cNvSpPr/>
            <p:nvPr/>
          </p:nvSpPr>
          <p:spPr>
            <a:xfrm flipH="false" flipV="false" rot="0">
              <a:off x="0" y="0"/>
              <a:ext cx="2793619" cy="1543812"/>
            </a:xfrm>
            <a:custGeom>
              <a:avLst/>
              <a:gdLst/>
              <a:ahLst/>
              <a:cxnLst/>
              <a:rect r="r" b="b" t="t" l="l"/>
              <a:pathLst>
                <a:path h="1543812" w="2793619">
                  <a:moveTo>
                    <a:pt x="0" y="0"/>
                  </a:moveTo>
                  <a:lnTo>
                    <a:pt x="2793619" y="0"/>
                  </a:lnTo>
                  <a:lnTo>
                    <a:pt x="2793619" y="1543812"/>
                  </a:lnTo>
                  <a:lnTo>
                    <a:pt x="0" y="1543812"/>
                  </a:lnTo>
                  <a:close/>
                </a:path>
              </a:pathLst>
            </a:custGeom>
            <a:solidFill>
              <a:srgbClr val="FFFFFF"/>
            </a:solidFill>
          </p:spPr>
        </p:sp>
        <p:sp>
          <p:nvSpPr>
            <p:cNvPr name="TextBox 62" id="62"/>
            <p:cNvSpPr txBox="true"/>
            <p:nvPr/>
          </p:nvSpPr>
          <p:spPr>
            <a:xfrm>
              <a:off x="0" y="-9525"/>
              <a:ext cx="2793657" cy="1553324"/>
            </a:xfrm>
            <a:prstGeom prst="rect">
              <a:avLst/>
            </a:prstGeom>
          </p:spPr>
          <p:txBody>
            <a:bodyPr anchor="ctr" rtlCol="false" tIns="50800" lIns="50800" bIns="50800" rIns="50800"/>
            <a:lstStyle/>
            <a:p>
              <a:pPr algn="ctr">
                <a:lnSpc>
                  <a:spcPts val="1526"/>
                </a:lnSpc>
              </a:pPr>
              <a:r>
                <a:rPr lang="en-US" sz="1272">
                  <a:solidFill>
                    <a:srgbClr val="808080"/>
                  </a:solidFill>
                  <a:latin typeface="Verdana"/>
                  <a:ea typeface="Verdana"/>
                  <a:cs typeface="Verdana"/>
                  <a:sym typeface="Verdana"/>
                </a:rPr>
                <a:t>Image if any</a:t>
              </a:r>
            </a:p>
          </p:txBody>
        </p:sp>
      </p:grpSp>
      <p:sp>
        <p:nvSpPr>
          <p:cNvPr name="TextBox 63" id="63"/>
          <p:cNvSpPr txBox="true"/>
          <p:nvPr/>
        </p:nvSpPr>
        <p:spPr>
          <a:xfrm rot="0">
            <a:off x="332594" y="7330269"/>
            <a:ext cx="1076544" cy="124730"/>
          </a:xfrm>
          <a:prstGeom prst="rect">
            <a:avLst/>
          </a:prstGeom>
        </p:spPr>
        <p:txBody>
          <a:bodyPr anchor="t" rtlCol="false" tIns="0" lIns="0" bIns="0" rIns="0">
            <a:spAutoFit/>
          </a:bodyPr>
          <a:lstStyle/>
          <a:p>
            <a:pPr algn="l">
              <a:lnSpc>
                <a:spcPts val="1356"/>
              </a:lnSpc>
            </a:pPr>
            <a:r>
              <a:rPr lang="en-US" sz="1130" i="true">
                <a:solidFill>
                  <a:srgbClr val="FFFFFF"/>
                </a:solidFill>
                <a:latin typeface="Arial Italics"/>
                <a:ea typeface="Arial Italics"/>
                <a:cs typeface="Arial Italics"/>
                <a:sym typeface="Arial Italics"/>
              </a:rPr>
              <a:t>Author names:</a:t>
            </a:r>
          </a:p>
        </p:txBody>
      </p:sp>
      <p:sp>
        <p:nvSpPr>
          <p:cNvPr name="TextBox 64" id="64"/>
          <p:cNvSpPr txBox="true"/>
          <p:nvPr/>
        </p:nvSpPr>
        <p:spPr>
          <a:xfrm rot="0">
            <a:off x="7103526" y="7330269"/>
            <a:ext cx="582311" cy="124730"/>
          </a:xfrm>
          <a:prstGeom prst="rect">
            <a:avLst/>
          </a:prstGeom>
        </p:spPr>
        <p:txBody>
          <a:bodyPr anchor="t" rtlCol="false" tIns="0" lIns="0" bIns="0" rIns="0">
            <a:spAutoFit/>
          </a:bodyPr>
          <a:lstStyle/>
          <a:p>
            <a:pPr algn="l">
              <a:lnSpc>
                <a:spcPts val="1356"/>
              </a:lnSpc>
            </a:pPr>
            <a:r>
              <a:rPr lang="en-US" sz="1130" i="true">
                <a:solidFill>
                  <a:srgbClr val="FFFFFF"/>
                </a:solidFill>
                <a:latin typeface="Arial Italics"/>
                <a:ea typeface="Arial Italics"/>
                <a:cs typeface="Arial Italics"/>
                <a:sym typeface="Arial Italics"/>
              </a:rPr>
              <a:t>email ID:</a:t>
            </a:r>
          </a:p>
        </p:txBody>
      </p:sp>
      <p:grpSp>
        <p:nvGrpSpPr>
          <p:cNvPr name="Group 65" id="65"/>
          <p:cNvGrpSpPr/>
          <p:nvPr/>
        </p:nvGrpSpPr>
        <p:grpSpPr>
          <a:xfrm rot="0">
            <a:off x="8917128" y="24393"/>
            <a:ext cx="1774027" cy="946792"/>
            <a:chOff x="0" y="0"/>
            <a:chExt cx="1710355" cy="912810"/>
          </a:xfrm>
        </p:grpSpPr>
        <p:sp>
          <p:nvSpPr>
            <p:cNvPr name="Freeform 66" id="66"/>
            <p:cNvSpPr/>
            <p:nvPr/>
          </p:nvSpPr>
          <p:spPr>
            <a:xfrm flipH="false" flipV="false" rot="0">
              <a:off x="0" y="0"/>
              <a:ext cx="1710337" cy="912823"/>
            </a:xfrm>
            <a:custGeom>
              <a:avLst/>
              <a:gdLst/>
              <a:ahLst/>
              <a:cxnLst/>
              <a:rect r="r" b="b" t="t" l="l"/>
              <a:pathLst>
                <a:path h="912823" w="1710337">
                  <a:moveTo>
                    <a:pt x="0" y="0"/>
                  </a:moveTo>
                  <a:lnTo>
                    <a:pt x="1710337" y="0"/>
                  </a:lnTo>
                  <a:lnTo>
                    <a:pt x="1710337" y="912823"/>
                  </a:lnTo>
                  <a:lnTo>
                    <a:pt x="0" y="912823"/>
                  </a:lnTo>
                  <a:close/>
                </a:path>
              </a:pathLst>
            </a:custGeom>
            <a:solidFill>
              <a:srgbClr val="808080"/>
            </a:solidFill>
          </p:spPr>
        </p:sp>
        <p:sp>
          <p:nvSpPr>
            <p:cNvPr name="TextBox 67" id="67"/>
            <p:cNvSpPr txBox="true"/>
            <p:nvPr/>
          </p:nvSpPr>
          <p:spPr>
            <a:xfrm>
              <a:off x="0" y="-9525"/>
              <a:ext cx="1710355" cy="922335"/>
            </a:xfrm>
            <a:prstGeom prst="rect">
              <a:avLst/>
            </a:prstGeom>
          </p:spPr>
          <p:txBody>
            <a:bodyPr anchor="t" rtlCol="false" tIns="50800" lIns="50800" bIns="50800" rIns="50800"/>
            <a:lstStyle/>
            <a:p>
              <a:pPr algn="l">
                <a:lnSpc>
                  <a:spcPts val="1646"/>
                </a:lnSpc>
              </a:pPr>
              <a:r>
                <a:rPr lang="en-US" b="true" sz="1372">
                  <a:solidFill>
                    <a:srgbClr val="000000"/>
                  </a:solidFill>
                  <a:latin typeface="Verdana Bold"/>
                  <a:ea typeface="Verdana Bold"/>
                  <a:cs typeface="Verdana Bold"/>
                  <a:sym typeface="Verdana Bold"/>
                </a:rPr>
                <a:t>BRSM PROJECT POSTER PRESENTATION SP 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DAHHOHrR8sc</dc:identifier>
  <dcterms:modified xsi:type="dcterms:W3CDTF">2011-08-01T06:04:30Z</dcterms:modified>
  <cp:revision>1</cp:revision>
  <dc:title>A1_Landscape_R&amp;D_Showcase_2023_poster_Research_2.pptx</dc:title>
</cp:coreProperties>
</file>